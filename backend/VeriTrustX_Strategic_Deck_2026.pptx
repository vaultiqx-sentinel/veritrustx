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STITUTIONAL_MASTER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8368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717A"/>
                </a:solidFill>
              </a:rPr>
              <a:t>VeriTrustX Protocol | Confidential | 2026</a:t>
            </a:r>
            <a:endParaRPr lang="en-US" sz="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VERITRUSTX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1089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Securing the Human Perimeter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0"/>
            <a:ext cx="137160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572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717A"/>
                </a:solidFill>
              </a:rPr>
              <a:t>Professional Identity Grounding for High-Stakes Environments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1717A"/>
                </a:solidFill>
              </a:rPr>
              <a:t>Founder: Challa Aditya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</a:rPr>
              <a:t>The $1B Crisis: Identity Hijacking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</a:rPr>
              <a:t>The point of recruitment is the most vulnerable entry point in the modern firewall.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AI-Voice Overlays &amp; Deepfakes: Standard proctoring is now obsolete.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Ghost Hires: Unverified access granted to shell-identities at intake.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Commission Risk: Billions lost to bad-faith placement liabilities.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5029200"/>
            <a:ext cx="8229600" cy="109728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30352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3B30"/>
                </a:solidFill>
              </a:rPr>
              <a:t>CISO ALERT: An unverified hire is a Zero-Day vulnerability inside your perimeter.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</a:rPr>
              <a:t>The Trinity of Trust Model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91440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CANDIDATE GENUINENESS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717A"/>
                </a:solidFill>
              </a:rPr>
              <a:t>Real-time Biometric &amp; Behavioral Tracking (Proxy Guard)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017520"/>
            <a:ext cx="91440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0175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DOCUMENT GENUINENESS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383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717A"/>
                </a:solidFill>
              </a:rPr>
              <a:t>Pixel DNA Autopsy of Experience Credentials (Forensic Lab)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4389120"/>
            <a:ext cx="91440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3891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ENTITY GENUINENESS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4754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717A"/>
                </a:solidFill>
              </a:rPr>
              <a:t>Verification of Issuing Authorities &amp; Shell Firms (Anti-Fraud)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</a:rPr>
              <a:t>Forensic Logic: Neural Mesh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Behavioral Latency:</a:t>
            </a:r>
            <a:pPr indent="0" marL="0">
              <a:buNone/>
            </a:pPr>
            <a:r>
              <a:rPr lang="en-US" sz="1800" dirty="0">
                <a:solidFill>
                  <a:srgbClr val="71717A"/>
                </a:solidFill>
              </a:rPr>
              <a:t> Measuring retrieval vs. thinking gaps to catch AI-aided candidates.
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Keystroke Biometry:</a:t>
            </a:r>
            <a:pPr indent="0" marL="0">
              <a:buNone/>
            </a:pPr>
            <a:r>
              <a:rPr lang="en-US" sz="1800" dirty="0">
                <a:solidFill>
                  <a:srgbClr val="71717A"/>
                </a:solidFill>
              </a:rPr>
              <a:t> Analyzing 'Typing DNA' to detect mechanical input signatures.
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Focal Drift Analysis:</a:t>
            </a:r>
            <a:pPr indent="0" marL="0">
              <a:buNone/>
            </a:pPr>
            <a:r>
              <a:rPr lang="en-US" sz="1800" dirty="0">
                <a:solidFill>
                  <a:srgbClr val="71717A"/>
                </a:solidFill>
              </a:rPr>
              <a:t> Detecting secondary device usage through gaze tracking.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</a:rPr>
              <a:t>The BGV Vault: Immutable Proof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717A"/>
                </a:solidFill>
              </a:rPr>
              <a:t>Every audit is metadata-tagged and anchored in a non-repudiable ledger.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SOC2 &amp; GDPR Compliant biometric processing.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Exportable Forensic Dossiers for client-side assurance.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• Instant API Uplink for firm-wide integration (IAM/ATS).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</a:rPr>
              <a:t>Institutional Uplink: The Pilot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0% Financial Risk. 100% Truth.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1717A"/>
                </a:solidFill>
              </a:rPr>
              <a:t>Identify one high-stakes senior role. Let us ground the identity.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71717A"/>
                </a:solidFill>
              </a:rPr>
              <a:t>Compare VeriTrustX results against any traditional BGV provider.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5029200"/>
            <a:ext cx="8229600" cy="0"/>
          </a:xfrm>
          <a:prstGeom prst="rect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DEPLOY UPLINK: VERITRUSTX.COM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2026-01-08T07:10:04Z</dcterms:created>
  <dcterms:modified xsi:type="dcterms:W3CDTF">2026-01-08T07:10:04Z</dcterms:modified>
</cp:coreProperties>
</file>