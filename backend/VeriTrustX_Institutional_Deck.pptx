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VERITRUSTX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9090B"/>
                </a:solidFill>
              </a:rPr>
              <a:t>Securing the Human Perimeter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Professional Identity Grounding for the 2026 Threat Landscape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Challa Aditya, Founder &amp; CEO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The $1B Identity Crisis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Identity Hijacking &amp; Ghost Hires: The new Zero-Day vulnerability.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AI-Voice Overlays and Deepfakes have rendered standard proctoring obsolete.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Unverified access at intake creates massive post-firewall security risks.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Reputational and financial liability for global recruitment partners.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Concept: Zero Trust Intake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Philosophy: Never Trust, Always Verify.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Traditional BGV is reactive; VeriTrustX is forensic.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Moving verification from 'Human Opinion' to 'Institutional Code'.
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The Neural Verification Mesh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Behavioral Latency Analysis: Measuring retrieval vs. thinking gaps.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Keystroke Biometry: Unique 'Typing DNA' signature matching.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Neural Focal Points: Gaze tracking to detect Shadow AI (ChatGPT) usage.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Forensic Lab: Experience DNA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Pixel DNA Autopsy: Detecting font manipulation and digital forgery.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Entity Audit: Automated verification of issuing companies (Anti-Shell).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High-fidelity document deconstruction in under 240 seconds.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The BGV Vault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Immutable Audit Trail anchored in the blockchain.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Non-repudiable evidence for ISO 27001 and SOC2 compliance.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• Exportable 'Certificates of Truth' for client-side assurance.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Next Steps: Shadow Audit Pilot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Success-Based Pilot: 0% risk for the partner.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Identify one high-stakes senior role in your current pipeline.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Run the VeriTrustX Mesh on your top candidate.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</a:rPr>
              <a:t>Contact: veritrustx.com | Challa Aditya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2026-01-08T07:05:09Z</dcterms:created>
  <dcterms:modified xsi:type="dcterms:W3CDTF">2026-01-08T07:05:09Z</dcterms:modified>
</cp:coreProperties>
</file>