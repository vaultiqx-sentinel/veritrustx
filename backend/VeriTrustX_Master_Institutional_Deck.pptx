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ITUTIONAL_MASTER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717A"/>
                </a:solidFill>
              </a:rPr>
              <a:t>VeriTrustX Protocol | Confidential | 2026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VERITRUSTX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Securing the Human Perimeter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</a:rPr>
              <a:t>Founder: Challa Aditya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About Us: The Architects of Truth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VeriTrustX was engineered to solve the $50B global crisis in identity hijacking and professional fraud.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Our Founder: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Challa Aditya, a technologist driven by the philosophy of Zero Trust. After witnessing the collapse of traditional background checks in the AI era, he engineered the Neural Verification Mesh.
</a:t>
            </a:r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Our Philosophy: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We believe that professional identity should not be a 'claim'—it should be an immutable, non-repudiable code anchored in digital reality.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Institutional Service Suite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Identity Grounding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</a:rPr>
              <a:t>Real-time biometric &amp; eye-tracking during technical evaluations.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Experience DNA Autopsy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</a:rPr>
              <a:t>Pixel-level document forensic scans to catch forged certificates.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Entity Genuineness Audit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</a:rPr>
              <a:t>Global verification of issuing companies to eliminate shell-firm fraud.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Institutional Vaulting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</a:rPr>
              <a:t>Immutable audit trails for SOC2 and ISO compliance reporting.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Methodology: The 4-Vector Scrutiny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</a:rPr>
              <a:t>Our testing approach bypasses standard 'proctoring' to perform a behavioral autopsy.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84048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Vector 01: Behavioral Latency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Measuring the ms delay between question and response to detect AI-retrieval patterns.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2011680"/>
            <a:ext cx="384048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1945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Vector 02: Hardware-Software Sync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5603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Cross-referencing camera metadata and browser signatures to detect deepfake overlays.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384048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297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Vector 03: Pixel Archeology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Scanning document fibers for font mismatch, digital stamp artifacts, and template reuse.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4114800"/>
            <a:ext cx="384048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2976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Vector 04: Continuous Bio-Lock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46634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Real-time face-mesh tracking to ensure the person sitting the test is the one who joins Day 1.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DEPLOY UPLINK: VERITRUSTX.COM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2026-01-09T04:30:26Z</dcterms:created>
  <dcterms:modified xsi:type="dcterms:W3CDTF">2026-01-09T04:30:26Z</dcterms:modified>
</cp:coreProperties>
</file>